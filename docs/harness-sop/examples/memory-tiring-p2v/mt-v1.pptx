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700" b="0">
                <a:solidFill>
                  <a:srgbClr val="C7D2FE"/>
                </a:solidFill>
                <a:latin typeface="Microsoft YaHei"/>
              </a:rPr>
              <a:t>对标分析与业务/技术规划 · v4（经两轮共 7 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SOP 生成；第二轮评审全部用与主 agent 一致的 Claude Fable 5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检索免密钥（keyless）· 事实 [n] 引注 · 估算显式标注 · 机制主张经 v6.14 内核源码核验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9.2（内核 7.0）对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全资产参与（质量原则）：集成资产每次都要用——主线用不上也进“对拍/校验”；子代理与其它 LLM 用与主 agent 一致的配置；安装一律本地绿色（venv，无 sudo）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建立在本项目之上：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storm-research / run_storm_claude / knowledge_storm（无授权检索）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grilling / grill-with-docs / domain-modeling；report-authoring + docs/authoring；vendor/reverse-skill；scholar-slides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SOP 七阶段与质量门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 DoD；高价值对标用多 reviewer 对拍（本例用了 7 路）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597"/>
                <a:gridCol w="2893512"/>
                <a:gridCol w="201669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兑现什么价值/为谁/如何量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哪个战场/哪些维度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价值筛选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架构/部署图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234440"/>
            <a:ext cx="4754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质量门（DoD）要点：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控标给“条款语言”；MVP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机制主张对一手源核验、代次对齐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结论回答“如何超越”+业务/技术规划+投资建议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元教训：一次“修正”也可能引入新错（v3 之于 v2）→ 高价值结论再核验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VMware，给业务/技术规划，支撑投资决策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CSP/托管 · 公共部门/信创（限定）· 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把内核已有的主动分层机制产品化（集成/按 VM/护栏/迁移感知）；以开源自主可控 + 无按核授权 TCO 建立结构性差异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两通路给指标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价值主线：后续每节都要追溯回这张卡。术语见 CONTEXT.md，关键决策见 docs/adr/。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机制真相与代次校准（v4 关键纠正）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两条通路都有主动机制；区别在可寻址性，不在“主动/被动”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3688079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慢层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NVMe（swap）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DAMON_RECLAIM(5.16) / DAMOS pageout（memcg 可过滤）/ memory.reclaim 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主动逐冷到 swap；访问需主缺页换入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CXL/PMem（NUMA）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TPP 降级/提升、DAMON 迁移（paddr）[5][16]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页保持字节可寻址，访问不缺页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 是“recency+frequency、4 KB、访问 page-in” [1]——与 DAMON(paddr)+DAMOS pageout 同一类机制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结论纠正：NVMe 上不是“机制差距”，而是产品化/集成差距（默认/按 VM/DRS 放置/迁移/GUI）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代次：以 PVE 9.2（内核 7.0）对 vSphere 9.x [19]；DAMON 迁移 6.14 仅 paddr、vaddr 要 6.17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v4 纠正 v3：v3 误判“NVMe=机制差距”，内核源码证明主动逐冷早已存在（Meta TMO 生产验证 [17]）。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学术热点与生产级证据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五篇全部一手确认（USENIX 议程，主 agent 复抓）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702"/>
                <a:gridCol w="8187537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RamRyder / MAC / MDK [8][28]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带宽≠容量(加权交织非冷页下沉) / 元数据勿入慢层 / SLO 下省内存→DAMOS some_mem_psi_us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NEMO / OBASE [29][30]（已一手确认）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Finding NEMO=低开销 MC 遥测 / OBASE=对象级地址空间重排(远期)；此前“命名存疑”已作废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Equilibria / Memstrata [20][21]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 分层的多租户与虚拟化环境系统研究——回应 KVM guest 无实测 之虑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TMO（Meta, ASPLOS'22）[17]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机群规模 PSI 主动 offload 冷页到 swap——NVMe 主动分层是成熟做法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原则：用户线索经独立核验后再用；v4.5 主 agent 抓 USENIX 议程三重复核，五篇题名/作者全部坐实。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内核视角：历史 / 现状 / 演进 / 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内存管理绝大部分来自内核；但“骑上游”是所有 KVM 同类共享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历史：降级由 Intel 提交(Dave Hansen 5.15)、提升(Huang Ying 6.1)、显式内存层由 IBM 提交(Aneesh Kumar K.V 6.1 [27])；“TPP”是 Meta 论文命名；DAMON/DAMON_RECLAIM 5.15/5.16 [16]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现状(2026-09 [12])：加权交织(6.9)、DAMON 迁移 paddr(6.11)、DAMOS 目标+自调优(6.16)、DAMON 迁移 vaddr(6.17)；在研 pghot、分层感知 memcg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演进/预测：自调优 + 按 VM(分层感知 memcg) + CXL 更细治理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结构性含义：主动机制两通路都具备且快速演进；VMware 与 Proxmox 都在“整合”阶段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警示：“骑内核上游”对 KVM 同类零差异（上游由 Meta/Intel/IBM 等多厂共写 [17][27]，任一 KVM 发行方同等继承）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差距分析：差在产品化，不在引擎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9.2（内核 7.0）对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2999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592"/>
                <a:gridCol w="3883980"/>
                <a:gridCol w="3773009"/>
                <a:gridCol w="221941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9.2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主动分层机制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有（NVMe: DAMOS pageout；CXL: TPP/DAMON）[16]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 主动，1:1/4TB）[1]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同类，非差距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产品化/集成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需手工拼装，无 GUI [5]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内建+默认护栏+GUI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核心差距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DAMOS paddr+memcg 过滤到 qemu.slice/&lt;vmid&gt;.scope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平台级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差在产品面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迁移需换入慢层页；缺分层感知放置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vMotion 慢 1.5–2×；DRS 分层放置 [1][18]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VMware 优势=DRS 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大页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THP 整迁/-ENOMEM 拆；hugetlb 排除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启用即每 VM 关大页/4KB [18]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双方都牺牲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AGPLv3、无按核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 [13]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Proxmox 结构性顺风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一句话：差距在“整合成品”，不在“分层引擎”。（v4 纠正 v3 的“机制差距”判断）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如何超越：产品化 + 结构性护城河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不造/换引擎；CXL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① 把内核已有主动机制产品化：集成、按 VM(DAMOS pageout+memcg)、护栏、迁移/HA 感知——贴内核快速补齐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② 结构性护城河（VMware 难复制的只有两条）：开源/AGPL（可审计/可 fork/无锁定）+ 无按核授权 TCO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③ CXL = 时机领先，非结构性：VMware 架构可纳入 CXL；CXL $/GB ≥ DIMM，DRAM 涨价同抬 → 不接 why-now 成本论；作期权随内核推进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why-now（只对 NVMe/现有通路）：Broadcom 迁移潮 [13] + DRAM 涨价 [9][10]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对手：Nutanix / OpenShift Virt / Harvester（KVM）、XCP-ng（Xen）、国产 HCI（华为/浪潮/H3C/ZStack/SmartX/深信服）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MVP=产品化内核机制；集成点经源码核验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243"/>
                <a:gridCol w="3084722"/>
                <a:gridCol w="1850833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里程碑(自 2026-10)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M1a 功能(~2月)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 pageout+memcg+GUI+护栏（基元 6.14 全就绪）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功能门：链路跑通 + VM 重启后自动恢复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M1b 达标(调参另计)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调 DAMON/DAMOS 参数至过性能门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悬崖结构门(见价值度量)+调参预算上限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 并行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 分层感知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迁移≤2×基线；HA 切非慢层节点安全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分层感知集群放置（DRS 式）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集群密度可测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原生分层（随内核）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有 CXL 硬件伙伴验证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23444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集成点（内核侧=源码核验；Proxmox 侧=阅读式，见 reverse-digest/ADR-0003）：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PVE::API2::Qemu（qemu-server，非 pve-manager）+ GUI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执行：DAMOS paddr + memcg 过滤 pageout（今 6.14 可）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勿把 guest RAM policy=bind 到慢层（提升永不触发）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五卡点：①memcg 过滤器 VM 重启静默失效(最硬)</a:t>
            </a:r>
          </a:p>
          <a:p>
            <a:pPr lvl="2">
              <a:spcAft>
                <a:spcPts val="60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– ②单 kdamond 单 context ③sysfs 无仲裁 ④与 balloon/KSM 无协调 ⑤护栏爆炸半径宿主级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第0天先核 PVE 是否编入 CONFIG_DAMON_*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业务规划：具名买家段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CSP；信创限定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094"/>
                <a:gridCol w="3014691"/>
                <a:gridCol w="5101786"/>
                <a:gridCol w="104354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JTBD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逃续费又要对等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无按核订阅+迁移安全+产品化分层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策略+分层感知放置（CXL 期权首用）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自主可控/capex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0F172A"/>
                </a:solidFill>
                <a:latin typeface="Microsoft YaHei"/>
              </a:rPr>
              <a:t>• YYY 双形态：A(Proxmox 本体)无资格(境内注册主体门槛)；B(深信服/SmartX)是自研 KVM 竞争者非渠道——深信服官网公开攻击 Proxmox“需自行集成服务器/存储/网络”[40]，反证“差距在产品化”</a:t>
            </a:r>
          </a:p>
          <a:p>
            <a:pPr>
              <a:spcAft>
                <a:spcPts val="600"/>
              </a:spcAft>
            </a:pPr>
            <a:r>
              <a:rPr sz="950" b="0">
                <a:solidFill>
                  <a:srgbClr val="0F172A"/>
                </a:solidFill>
                <a:latin typeface="Microsoft YaHei"/>
              </a:rPr>
              <a:t>• 纠错：swap 分层今日即可在信创内核落地(openEuler etmem 已产线 [39])，仅 CXL 迁移通路暂缺——此前“内核太旧→链条不转移”被证伪</a:t>
            </a:r>
          </a:p>
          <a:p>
            <a:pPr>
              <a:spcAft>
                <a:spcPts val="600"/>
              </a:spcAft>
            </a:pPr>
            <a:r>
              <a:rPr sz="950" b="0">
                <a:solidFill>
                  <a:srgbClr val="0F172A"/>
                </a:solidFill>
                <a:latin typeface="Microsoft YaHei"/>
              </a:rPr>
              <a:t>• CoCo(纠正因果)：私有内存不能 host 分层=实现缺口非加密架构禁止(厂商固件 ABI 具备/Linux 未接；guest_memfd 限制对非机密 guest 同样成立 [36])；共享页可分层</a:t>
            </a:r>
          </a:p>
          <a:p>
            <a:pPr>
              <a:spcAft>
                <a:spcPts val="600"/>
              </a:spcAft>
            </a:pPr>
            <a:r>
              <a:rPr sz="950" b="0">
                <a:solidFill>
                  <a:srgbClr val="0F172A"/>
                </a:solidFill>
                <a:latin typeface="Microsoft YaHei"/>
              </a:rPr>
              <a:t>• 定价(form ②)：Proxmox 按插槽 Std €550/Prem €1100 [41] 对 VMware 按核(VCF≈$350 渠道估算)；双路 64 核约 18×–21×；删 $400 双计与 72 核起订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MVP 价值兑现：FAB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500"/>
                <a:gridCol w="3856155"/>
                <a:gridCol w="5998463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无按核订阅+产品化分层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续费差额换成一次性迁移；同硬件对等密度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DAMOS+分层感知放置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降、可迁移可运维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开源可审计、无锁定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自主可控合规、已有硬件多装载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控标真实案例(ccgp.gov.cn 一手核验)：宁波二院“VMware 迁建改造+超融合”¥314.96万[37]、瑞安人民医院“国产化超融合集群”¥97.5万[38]——证需求真实；不臆断品牌(附件未公开)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建议条款：内核原生可审计 / 按 VM 策略 / CXL-ready / 不得按核解锁 / 自主可控·供应链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benchmark；无担责厂商→AGPLv3 企业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价值度量与对比测试（含与 ESXi 头对头）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无实测→公开材料估算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967252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A / B / B-z /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纯 DRAM / NVMe DAMOS pageout / 叠 zswap / 1:2 配比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+ DAMON(paddr) 迁移（demotion/numa_balancing 关，隔离）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同硬件 ESXi 9 分层 1:1（头对头，验证超越/对等）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计数器：NVMe 看 pswpin/out（zswap 时 zswp*）；DAMON 迁移看 pgmigrate/DAMOS stats（不进 pgdemote/pgpromote）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按 VM 口径(v6.14 [26])：memory.stat 有 zswp*/pgdemote_*；pswpin/out 仅全局（master 才有，按 VM 用 swap.current+PSI 近似）；pgmigrate 仅全局→每 VM 一条 DAMOS scheme 归因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头对头 P99=悬崖结构(缺页量子 20–80µs 相同 [33])：删除循环的 ±15%，门=“99 分位缺页概率 p&lt;约1%/k”+双指标(gap-vs-E/inflation-vs-A)；分水岭是选页质量非介质(VMware 自证 balloon 损3% vs swap 损34% [32])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介质单价降=方向性(消费级 [9][10] 价差 100–150×；服务器合约价仍涨 TrendForce +13–18% [35])，非“40–45%”定值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kill-gate（分门）：M1b 先刻画负载偏斜→过悬崖门 + 调参预算上限；CXL 门 M3 单独判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脚本：scripts/（collect 只读安全；setup/run 默认 dry-run，本地绿色安装 no sudo）。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超越靠产品化 + 开源/TCO；CXL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结论：超越关键不在造/换引擎（两通路内核都有主动机制，NVMe 主动逐冷已被 TMO 生产验证 [16][17]），而在产品化；并在 VMware 结构上无法复制的两点取胜：开源自主可控 + 无按核授权 TCO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投。2 季度小队做 M1（按 VM DAMOS pageout 产品化+GUI+护栏）并行迁移/HA 感知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先打难民 + CSP（CSP 为 CXL 期权首用）；信创限定第二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决策门第~3 月按 M1（含对 ESXi 头对头）判；CXL 门 M3 单独判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不投的代价：把难民让给 Nutanix/OpenShift Virt/Harvester/国产 HCI，错过 DRAM 高价 ROI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真实价值仍需与 ESXi 头对头实测检验；本报告为已纠错的投入判断，非承诺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五篇一手确认；机制经 v6.14 源码核验；[9][10] 消费级价格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[2] VMware Cloud Foundation Blog — Memory Tiering TP (8.0U3, 4:1)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[3] Lenovo Press LP2288 — Memory Tiering on ESXi 9.0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[5] Steve Scargall — Kernel Tiering with CXL (2024-05, 博客)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[6] LWN — Weighted interleaving (6.9 据 kernelnewbies)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[7] LWN(lore) — DAMON tiered memory (11%→3–5% 执行时间)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[8] 用户线索 — OSDI 2026（主 agent 抓 USENIX 议程一手确认：RamRyder/MAC/NEMO/OBASE/MDK 五篇全部坐实）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[10] RAM vs SSD Price Trends（消费级，波动大）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[11] Liu, Hadian, Xu, Berger, Li — Dissecting CXL Memory Performance at Scale (arXiv:2409.14317)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[12] LWN — Recent work in memory tiering (2026-09; pghot/memcg)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[13] The Register — Broadcom 停永久授权/免费 ESXi (2024; KB 309138)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[14] Tom's Hardware — Intel 结束 Optane (2022-07)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[15] Proxmox — PVE 9.0 (2025-08, 内核 6.14)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[16] Linux 内核文档 v6.14/6.17 — DAMON/DAMON_RECLAIM/memory.reclaim（源码核验）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[17] Weiner 等 — TMO (ASPLOS'22)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[18] Yellow-Bricks — vSphere Memory Tiering Considerations/FAQ (2026-07; keyless 重抓正常)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[19] Proxmox — PVE 9.2 (2026-05, 内核 7.0) + Kernel wiki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[20] Equilibria: Fair Multi-Tenant CXL Memory Tiering at Scale (arXiv:2602.08800)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[21] Managing Memory Tiers with CXL in Virtualized Environments (Memstrata, OSDI'24, MS)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[22] Tiered Memory Management Beyond Hotness (SoarAlto, OSDI'25)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[26] Linux cgroup-v2.rst v6.14 对 master（memory.stat 条目一手对照，GitHub API）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[27] Linux commit 992bf775 显式内存层（Aneesh Kumar K.V, IBM, v6.1；GitHub API 一手核验）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[28-30] OSDI'26 — RamRyder(Zhou 等) / Finding NEMO(Li 等) / OBASE(Banakar 等, arXiv 2603.00378)（USENIX 议程一手）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[31] Broadcom best-practices — vMotion 1.5–2×（一手 verbatim）；[32] VMware 白皮书 — balloon 3% vs swap 34%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[33] Micron 7500 NVMe 延迟 80µs P99；[34] VMware VCF 博客 — 分层关大页；[35] TrendForce — 3Q26 合约价 +13–18%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[36] LWN — The state of guest_memfd（私有内存不能 host swap/迁移，一手 verbatim）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[37][38] 中国政府采购网 — 宁波二院 VMware 迁建改造+超融合 / 瑞安人民医院国产化超融合（真实中标公告，keyless 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[39] openEuler etmem 内存分级（冷数据写 swap，天翼云产线）；[40] 深信服 Sangfor vs Proxmox 对标页（竞品，攻击“需自行集成”）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[41] Proxmox VE Pricing（€120/370/550/1100 每插槽/年，与核数无关，官网一手）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结论校准与验证闭环（无悬留存疑）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v4.5：五路对拍 + 主 agent 再核验；原存疑逐条闭环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规则：交付版不留“无法确定/待实测/待证”——每条落到 ①事实 / ②预测+可证伪门 / ③确定的“不可得”判定+处理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①事实：OSDI'26 五篇含 NEMO/OBASE 一手确认；CoCo 因果纠正=实现缺口非加密禁止(共享页可分层 [36])；[18] 重抓正常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②预测+门：头对头=同量级悬崖结构(删循环 ±15%，门 p&lt;约1%/k)；产品化拆 M1a/M1b+五卡点；非介质 TCO 净正需扣磨损/CPU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③不可得+处理：VMware CXL 未 GA(一手负证，强化期权)；价格精确比值 NDA 不可得→用结构性不对称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①升级：控标真实案例——绕过耗尽的 WebSearch、改 keyless WebFetch 取 ccgp.gov.cn，补两例真实中标公告[37][38](form ③→①)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再核验否决 2 条 reviewer 误报（PVE 代次表、[1] 归属——报告原本正确）；印证“reviewer 一手结论亦须复核”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踩坑诚实记录：子代理过度繁殖耗尽检索预算→已 TaskStop 止损、规则补“对拍子代理不得再 spawn/预告预算”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